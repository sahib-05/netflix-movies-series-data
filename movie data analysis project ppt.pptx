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4660"/>
  </p:normalViewPr>
  <p:slideViewPr>
    <p:cSldViewPr snapToGrid="0">
      <p:cViewPr varScale="1">
        <p:scale>
          <a:sx n="94" d="100"/>
          <a:sy n="94"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ibsingh9968@gmail.com" userId="60c334175f077063" providerId="LiveId" clId="{0E3C131A-8E1B-49BA-857F-6E4C099CD967}"/>
    <pc:docChg chg="undo custSel delSld modSld">
      <pc:chgData name="sahibsingh9968@gmail.com" userId="60c334175f077063" providerId="LiveId" clId="{0E3C131A-8E1B-49BA-857F-6E4C099CD967}" dt="2026-04-18T17:22:14.291" v="79" actId="478"/>
      <pc:docMkLst>
        <pc:docMk/>
      </pc:docMkLst>
      <pc:sldChg chg="del">
        <pc:chgData name="sahibsingh9968@gmail.com" userId="60c334175f077063" providerId="LiveId" clId="{0E3C131A-8E1B-49BA-857F-6E4C099CD967}" dt="2026-04-18T17:21:58.633" v="74" actId="2696"/>
        <pc:sldMkLst>
          <pc:docMk/>
          <pc:sldMk cId="707755315" sldId="286"/>
        </pc:sldMkLst>
      </pc:sldChg>
      <pc:sldChg chg="delSp modSp mod">
        <pc:chgData name="sahibsingh9968@gmail.com" userId="60c334175f077063" providerId="LiveId" clId="{0E3C131A-8E1B-49BA-857F-6E4C099CD967}" dt="2026-04-18T17:20:54.719" v="58" actId="478"/>
        <pc:sldMkLst>
          <pc:docMk/>
          <pc:sldMk cId="2798058919" sldId="337"/>
        </pc:sldMkLst>
        <pc:spChg chg="del mod">
          <ac:chgData name="sahibsingh9968@gmail.com" userId="60c334175f077063" providerId="LiveId" clId="{0E3C131A-8E1B-49BA-857F-6E4C099CD967}" dt="2026-04-18T17:20:47.157" v="55" actId="478"/>
          <ac:spMkLst>
            <pc:docMk/>
            <pc:sldMk cId="2798058919" sldId="337"/>
            <ac:spMk id="2" creationId="{8158E87E-E550-4451-9B55-2A4AA98F9D84}"/>
          </ac:spMkLst>
        </pc:spChg>
        <pc:picChg chg="del">
          <ac:chgData name="sahibsingh9968@gmail.com" userId="60c334175f077063" providerId="LiveId" clId="{0E3C131A-8E1B-49BA-857F-6E4C099CD967}" dt="2026-04-18T17:20:49.807" v="56" actId="478"/>
          <ac:picMkLst>
            <pc:docMk/>
            <pc:sldMk cId="2798058919" sldId="337"/>
            <ac:picMk id="12" creationId="{0659498D-4C5A-431C-9F5E-BA90778CDDED}"/>
          </ac:picMkLst>
        </pc:picChg>
        <pc:picChg chg="del">
          <ac:chgData name="sahibsingh9968@gmail.com" userId="60c334175f077063" providerId="LiveId" clId="{0E3C131A-8E1B-49BA-857F-6E4C099CD967}" dt="2026-04-18T17:20:54.719" v="58" actId="478"/>
          <ac:picMkLst>
            <pc:docMk/>
            <pc:sldMk cId="2798058919" sldId="337"/>
            <ac:picMk id="13" creationId="{ED2441B9-8C3B-485F-A983-A335F6625B3E}"/>
          </ac:picMkLst>
        </pc:picChg>
        <pc:picChg chg="del">
          <ac:chgData name="sahibsingh9968@gmail.com" userId="60c334175f077063" providerId="LiveId" clId="{0E3C131A-8E1B-49BA-857F-6E4C099CD967}" dt="2026-04-18T17:20:52.492" v="57" actId="478"/>
          <ac:picMkLst>
            <pc:docMk/>
            <pc:sldMk cId="2798058919" sldId="337"/>
            <ac:picMk id="18" creationId="{BFC51E9F-C77D-4BF5-96B1-9C1E44866CB7}"/>
          </ac:picMkLst>
        </pc:picChg>
      </pc:sldChg>
      <pc:sldChg chg="delSp modSp mod">
        <pc:chgData name="sahibsingh9968@gmail.com" userId="60c334175f077063" providerId="LiveId" clId="{0E3C131A-8E1B-49BA-857F-6E4C099CD967}" dt="2026-04-18T17:15:20.316" v="48" actId="20577"/>
        <pc:sldMkLst>
          <pc:docMk/>
          <pc:sldMk cId="925910372" sldId="341"/>
        </pc:sldMkLst>
        <pc:spChg chg="mod">
          <ac:chgData name="sahibsingh9968@gmail.com" userId="60c334175f077063" providerId="LiveId" clId="{0E3C131A-8E1B-49BA-857F-6E4C099CD967}" dt="2026-04-18T17:15:20.316" v="48" actId="20577"/>
          <ac:spMkLst>
            <pc:docMk/>
            <pc:sldMk cId="925910372" sldId="341"/>
            <ac:spMk id="2" creationId="{636A2408-2B10-328A-F2D9-4F5AA229CF0F}"/>
          </ac:spMkLst>
        </pc:spChg>
        <pc:picChg chg="del">
          <ac:chgData name="sahibsingh9968@gmail.com" userId="60c334175f077063" providerId="LiveId" clId="{0E3C131A-8E1B-49BA-857F-6E4C099CD967}" dt="2026-04-18T17:13:49.685" v="5" actId="478"/>
          <ac:picMkLst>
            <pc:docMk/>
            <pc:sldMk cId="925910372" sldId="341"/>
            <ac:picMk id="12" creationId="{D1E8FE55-70FD-AE63-F915-4B441B25B296}"/>
          </ac:picMkLst>
        </pc:picChg>
        <pc:picChg chg="mod">
          <ac:chgData name="sahibsingh9968@gmail.com" userId="60c334175f077063" providerId="LiveId" clId="{0E3C131A-8E1B-49BA-857F-6E4C099CD967}" dt="2026-04-18T17:14:47.116" v="33" actId="1076"/>
          <ac:picMkLst>
            <pc:docMk/>
            <pc:sldMk cId="925910372" sldId="341"/>
            <ac:picMk id="13" creationId="{C98B40E4-D89B-FFD0-CD48-CAC07242F5BD}"/>
          </ac:picMkLst>
        </pc:picChg>
        <pc:picChg chg="del">
          <ac:chgData name="sahibsingh9968@gmail.com" userId="60c334175f077063" providerId="LiveId" clId="{0E3C131A-8E1B-49BA-857F-6E4C099CD967}" dt="2026-04-18T17:13:40.501" v="4" actId="478"/>
          <ac:picMkLst>
            <pc:docMk/>
            <pc:sldMk cId="925910372" sldId="341"/>
            <ac:picMk id="18" creationId="{2DFE6B77-648E-31DD-8FDB-1F27964AAAC6}"/>
          </ac:picMkLst>
        </pc:picChg>
      </pc:sldChg>
      <pc:sldChg chg="delSp modSp mod">
        <pc:chgData name="sahibsingh9968@gmail.com" userId="60c334175f077063" providerId="LiveId" clId="{0E3C131A-8E1B-49BA-857F-6E4C099CD967}" dt="2026-04-18T17:21:16.302" v="64" actId="478"/>
        <pc:sldMkLst>
          <pc:docMk/>
          <pc:sldMk cId="2827867108" sldId="342"/>
        </pc:sldMkLst>
        <pc:spChg chg="del mod">
          <ac:chgData name="sahibsingh9968@gmail.com" userId="60c334175f077063" providerId="LiveId" clId="{0E3C131A-8E1B-49BA-857F-6E4C099CD967}" dt="2026-04-18T17:21:08.514" v="61" actId="478"/>
          <ac:spMkLst>
            <pc:docMk/>
            <pc:sldMk cId="2827867108" sldId="342"/>
            <ac:spMk id="2" creationId="{E705BD52-4C5B-E9A0-9530-31A241308E46}"/>
          </ac:spMkLst>
        </pc:spChg>
        <pc:picChg chg="del">
          <ac:chgData name="sahibsingh9968@gmail.com" userId="60c334175f077063" providerId="LiveId" clId="{0E3C131A-8E1B-49BA-857F-6E4C099CD967}" dt="2026-04-18T17:21:11.171" v="62" actId="478"/>
          <ac:picMkLst>
            <pc:docMk/>
            <pc:sldMk cId="2827867108" sldId="342"/>
            <ac:picMk id="12" creationId="{0207CDB6-6A25-560A-74E1-96C03E60B8E7}"/>
          </ac:picMkLst>
        </pc:picChg>
        <pc:picChg chg="del">
          <ac:chgData name="sahibsingh9968@gmail.com" userId="60c334175f077063" providerId="LiveId" clId="{0E3C131A-8E1B-49BA-857F-6E4C099CD967}" dt="2026-04-18T17:21:16.302" v="64" actId="478"/>
          <ac:picMkLst>
            <pc:docMk/>
            <pc:sldMk cId="2827867108" sldId="342"/>
            <ac:picMk id="13" creationId="{DCF3E670-4EBE-E27F-8485-FB006B64DE74}"/>
          </ac:picMkLst>
        </pc:picChg>
        <pc:picChg chg="del">
          <ac:chgData name="sahibsingh9968@gmail.com" userId="60c334175f077063" providerId="LiveId" clId="{0E3C131A-8E1B-49BA-857F-6E4C099CD967}" dt="2026-04-18T17:21:13.425" v="63" actId="478"/>
          <ac:picMkLst>
            <pc:docMk/>
            <pc:sldMk cId="2827867108" sldId="342"/>
            <ac:picMk id="18" creationId="{94CAD771-F8B2-53D8-F533-3D86477EF5C8}"/>
          </ac:picMkLst>
        </pc:picChg>
      </pc:sldChg>
      <pc:sldChg chg="delSp modSp mod">
        <pc:chgData name="sahibsingh9968@gmail.com" userId="60c334175f077063" providerId="LiveId" clId="{0E3C131A-8E1B-49BA-857F-6E4C099CD967}" dt="2026-04-18T17:21:34.380" v="69" actId="478"/>
        <pc:sldMkLst>
          <pc:docMk/>
          <pc:sldMk cId="689076153" sldId="343"/>
        </pc:sldMkLst>
        <pc:spChg chg="del mod">
          <ac:chgData name="sahibsingh9968@gmail.com" userId="60c334175f077063" providerId="LiveId" clId="{0E3C131A-8E1B-49BA-857F-6E4C099CD967}" dt="2026-04-18T17:21:34.380" v="69" actId="478"/>
          <ac:spMkLst>
            <pc:docMk/>
            <pc:sldMk cId="689076153" sldId="343"/>
            <ac:spMk id="2" creationId="{153D7908-D34C-7400-BA57-0E2811778E89}"/>
          </ac:spMkLst>
        </pc:spChg>
        <pc:picChg chg="del">
          <ac:chgData name="sahibsingh9968@gmail.com" userId="60c334175f077063" providerId="LiveId" clId="{0E3C131A-8E1B-49BA-857F-6E4C099CD967}" dt="2026-04-18T17:21:30.870" v="67" actId="478"/>
          <ac:picMkLst>
            <pc:docMk/>
            <pc:sldMk cId="689076153" sldId="343"/>
            <ac:picMk id="12" creationId="{5378D570-F4C1-318F-8C96-5C0DCAA7C6D0}"/>
          </ac:picMkLst>
        </pc:picChg>
        <pc:picChg chg="del">
          <ac:chgData name="sahibsingh9968@gmail.com" userId="60c334175f077063" providerId="LiveId" clId="{0E3C131A-8E1B-49BA-857F-6E4C099CD967}" dt="2026-04-18T17:21:27.846" v="66" actId="478"/>
          <ac:picMkLst>
            <pc:docMk/>
            <pc:sldMk cId="689076153" sldId="343"/>
            <ac:picMk id="13" creationId="{06094CB6-E62B-1C25-C08A-FAFD08EF0225}"/>
          </ac:picMkLst>
        </pc:picChg>
        <pc:picChg chg="del">
          <ac:chgData name="sahibsingh9968@gmail.com" userId="60c334175f077063" providerId="LiveId" clId="{0E3C131A-8E1B-49BA-857F-6E4C099CD967}" dt="2026-04-18T17:21:25.223" v="65" actId="478"/>
          <ac:picMkLst>
            <pc:docMk/>
            <pc:sldMk cId="689076153" sldId="343"/>
            <ac:picMk id="18" creationId="{C4C0BC3C-5943-9400-F26B-7A0A136844BA}"/>
          </ac:picMkLst>
        </pc:picChg>
      </pc:sldChg>
      <pc:sldChg chg="delSp mod">
        <pc:chgData name="sahibsingh9968@gmail.com" userId="60c334175f077063" providerId="LiveId" clId="{0E3C131A-8E1B-49BA-857F-6E4C099CD967}" dt="2026-04-18T17:21:49.406" v="73" actId="478"/>
        <pc:sldMkLst>
          <pc:docMk/>
          <pc:sldMk cId="2284188681" sldId="344"/>
        </pc:sldMkLst>
        <pc:spChg chg="del">
          <ac:chgData name="sahibsingh9968@gmail.com" userId="60c334175f077063" providerId="LiveId" clId="{0E3C131A-8E1B-49BA-857F-6E4C099CD967}" dt="2026-04-18T17:21:40.955" v="70" actId="478"/>
          <ac:spMkLst>
            <pc:docMk/>
            <pc:sldMk cId="2284188681" sldId="344"/>
            <ac:spMk id="2" creationId="{382ECD0B-62CB-795C-6B51-A53EA98FE64E}"/>
          </ac:spMkLst>
        </pc:spChg>
        <pc:picChg chg="del">
          <ac:chgData name="sahibsingh9968@gmail.com" userId="60c334175f077063" providerId="LiveId" clId="{0E3C131A-8E1B-49BA-857F-6E4C099CD967}" dt="2026-04-18T17:21:44.787" v="71" actId="478"/>
          <ac:picMkLst>
            <pc:docMk/>
            <pc:sldMk cId="2284188681" sldId="344"/>
            <ac:picMk id="12" creationId="{2287A065-EF4C-8AE6-5AD4-D7011D5570E0}"/>
          </ac:picMkLst>
        </pc:picChg>
        <pc:picChg chg="del">
          <ac:chgData name="sahibsingh9968@gmail.com" userId="60c334175f077063" providerId="LiveId" clId="{0E3C131A-8E1B-49BA-857F-6E4C099CD967}" dt="2026-04-18T17:21:49.406" v="73" actId="478"/>
          <ac:picMkLst>
            <pc:docMk/>
            <pc:sldMk cId="2284188681" sldId="344"/>
            <ac:picMk id="13" creationId="{287E5E13-A18A-B97B-DB5D-A30016B14F82}"/>
          </ac:picMkLst>
        </pc:picChg>
        <pc:picChg chg="del">
          <ac:chgData name="sahibsingh9968@gmail.com" userId="60c334175f077063" providerId="LiveId" clId="{0E3C131A-8E1B-49BA-857F-6E4C099CD967}" dt="2026-04-18T17:21:46.794" v="72" actId="478"/>
          <ac:picMkLst>
            <pc:docMk/>
            <pc:sldMk cId="2284188681" sldId="344"/>
            <ac:picMk id="18" creationId="{004B0ED8-CF25-869D-22F5-07E63713676A}"/>
          </ac:picMkLst>
        </pc:picChg>
      </pc:sldChg>
      <pc:sldChg chg="delSp modSp mod">
        <pc:chgData name="sahibsingh9968@gmail.com" userId="60c334175f077063" providerId="LiveId" clId="{0E3C131A-8E1B-49BA-857F-6E4C099CD967}" dt="2026-04-18T17:22:14.291" v="79" actId="478"/>
        <pc:sldMkLst>
          <pc:docMk/>
          <pc:sldMk cId="3312595604" sldId="345"/>
        </pc:sldMkLst>
        <pc:spChg chg="del mod">
          <ac:chgData name="sahibsingh9968@gmail.com" userId="60c334175f077063" providerId="LiveId" clId="{0E3C131A-8E1B-49BA-857F-6E4C099CD967}" dt="2026-04-18T17:22:05.763" v="76" actId="478"/>
          <ac:spMkLst>
            <pc:docMk/>
            <pc:sldMk cId="3312595604" sldId="345"/>
            <ac:spMk id="2" creationId="{F9BDEBFF-0FAE-1062-560E-B17D3E797949}"/>
          </ac:spMkLst>
        </pc:spChg>
        <pc:picChg chg="del">
          <ac:chgData name="sahibsingh9968@gmail.com" userId="60c334175f077063" providerId="LiveId" clId="{0E3C131A-8E1B-49BA-857F-6E4C099CD967}" dt="2026-04-18T17:22:08.752" v="77" actId="478"/>
          <ac:picMkLst>
            <pc:docMk/>
            <pc:sldMk cId="3312595604" sldId="345"/>
            <ac:picMk id="12" creationId="{A4D958E7-22FD-C82C-9009-5D506C95838C}"/>
          </ac:picMkLst>
        </pc:picChg>
        <pc:picChg chg="del">
          <ac:chgData name="sahibsingh9968@gmail.com" userId="60c334175f077063" providerId="LiveId" clId="{0E3C131A-8E1B-49BA-857F-6E4C099CD967}" dt="2026-04-18T17:22:14.291" v="79" actId="478"/>
          <ac:picMkLst>
            <pc:docMk/>
            <pc:sldMk cId="3312595604" sldId="345"/>
            <ac:picMk id="13" creationId="{B75FEC12-7D2D-7C33-C1E4-045E8624FE22}"/>
          </ac:picMkLst>
        </pc:picChg>
        <pc:picChg chg="del">
          <ac:chgData name="sahibsingh9968@gmail.com" userId="60c334175f077063" providerId="LiveId" clId="{0E3C131A-8E1B-49BA-857F-6E4C099CD967}" dt="2026-04-18T17:22:11.217" v="78" actId="478"/>
          <ac:picMkLst>
            <pc:docMk/>
            <pc:sldMk cId="3312595604" sldId="345"/>
            <ac:picMk id="18" creationId="{06CDCFAE-F040-94E2-B15E-20D17D0D1EDB}"/>
          </ac:picMkLst>
        </pc:picChg>
      </pc:sldChg>
      <pc:sldChg chg="delSp del mod">
        <pc:chgData name="sahibsingh9968@gmail.com" userId="60c334175f077063" providerId="LiveId" clId="{0E3C131A-8E1B-49BA-857F-6E4C099CD967}" dt="2026-04-18T17:20:22.037" v="50" actId="2696"/>
        <pc:sldMkLst>
          <pc:docMk/>
          <pc:sldMk cId="3587302611" sldId="346"/>
        </pc:sldMkLst>
        <pc:spChg chg="del">
          <ac:chgData name="sahibsingh9968@gmail.com" userId="60c334175f077063" providerId="LiveId" clId="{0E3C131A-8E1B-49BA-857F-6E4C099CD967}" dt="2026-04-18T17:15:27.288" v="49" actId="478"/>
          <ac:spMkLst>
            <pc:docMk/>
            <pc:sldMk cId="3587302611" sldId="346"/>
            <ac:spMk id="2" creationId="{22D7D525-89B5-313A-E192-71878D9E64A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18-04-2026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18-04-2026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18-04-2026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18-04-2026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18-04-2026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D852AC-1812-5FDC-BA2E-6292AF86C7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636A2408-2B10-328A-F2D9-4F5AA229CF0F}"/>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https://sahib-05.github.io/sahibsingh.github.io/ :                     Contact9818-429-891</a:t>
            </a:r>
          </a:p>
        </p:txBody>
      </p:sp>
      <p:pic>
        <p:nvPicPr>
          <p:cNvPr id="13" name="Picture 12">
            <a:extLst>
              <a:ext uri="{FF2B5EF4-FFF2-40B4-BE49-F238E27FC236}">
                <a16:creationId xmlns:a16="http://schemas.microsoft.com/office/drawing/2014/main" id="{C98B40E4-D89B-FFD0-CD48-CAC07242F5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2032" y="4355455"/>
            <a:ext cx="210408" cy="225934"/>
          </a:xfrm>
          <a:prstGeom prst="rect">
            <a:avLst/>
          </a:prstGeom>
        </p:spPr>
      </p:pic>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68102" y="2329404"/>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C61EBEB4-7D07-EB1B-0CC2-1485A7D29B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7E658E40-1C33-DF42-24BD-B2A8C40E56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67DDB98E-A6E3-8D94-C892-3B6502003D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6C7EC9AB-475A-C88D-BE09-31B58B495D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ABFAFA3D-8E41-2D4D-D636-858D6E9351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9565</TotalTime>
  <Words>396</Words>
  <Application>Microsoft Office PowerPoint</Application>
  <PresentationFormat>On-screen Show (16:9)</PresentationFormat>
  <Paragraphs>21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sahibsingh9968@gmail.com</cp:lastModifiedBy>
  <cp:revision>1410</cp:revision>
  <dcterms:created xsi:type="dcterms:W3CDTF">2022-12-29T08:52:07Z</dcterms:created>
  <dcterms:modified xsi:type="dcterms:W3CDTF">2026-04-18T17:22:24Z</dcterms:modified>
</cp:coreProperties>
</file>